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59" r:id="rId5"/>
    <p:sldId id="264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8A2D"/>
    <a:srgbClr val="7D8B2F"/>
    <a:srgbClr val="7D8A2E"/>
    <a:srgbClr val="788525"/>
    <a:srgbClr val="7B882A"/>
    <a:srgbClr val="8A9644"/>
    <a:srgbClr val="0C6817"/>
    <a:srgbClr val="0E781B"/>
    <a:srgbClr val="018507"/>
    <a:srgbClr val="8FFF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6362" autoAdjust="0"/>
  </p:normalViewPr>
  <p:slideViewPr>
    <p:cSldViewPr snapToGrid="0">
      <p:cViewPr>
        <p:scale>
          <a:sx n="70" d="100"/>
          <a:sy n="70" d="100"/>
        </p:scale>
        <p:origin x="312" y="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11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2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31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333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569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95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69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049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4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3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2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420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12B07613-E520-4672-A505-5B9F0D684177}"/>
              </a:ext>
            </a:extLst>
          </p:cNvPr>
          <p:cNvSpPr/>
          <p:nvPr/>
        </p:nvSpPr>
        <p:spPr>
          <a:xfrm>
            <a:off x="5723775" y="6165287"/>
            <a:ext cx="5706225" cy="59577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4D2F873-163B-4305-98FF-401FDB36F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23776" y="6134101"/>
            <a:ext cx="5706224" cy="595774"/>
          </a:xfrm>
        </p:spPr>
        <p:txBody>
          <a:bodyPr>
            <a:normAutofit fontScale="77500" lnSpcReduction="20000"/>
          </a:bodyPr>
          <a:lstStyle/>
          <a:p>
            <a:pPr algn="r"/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Проект студента: Прохоренко Р. С.</a:t>
            </a:r>
            <a:b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2026 г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E80B475-67A9-4CFC-9ECB-952BC910E2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99" t="10085" r="13217" b="10085"/>
          <a:stretch/>
        </p:blipFill>
        <p:spPr>
          <a:xfrm>
            <a:off x="1" y="-1"/>
            <a:ext cx="5375082" cy="6858001"/>
          </a:xfrm>
          <a:prstGeom prst="rect">
            <a:avLst/>
          </a:prstGeom>
        </p:spPr>
      </p:pic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FC0AAD75-4A56-4C31-B550-89003E933CAE}"/>
              </a:ext>
            </a:extLst>
          </p:cNvPr>
          <p:cNvSpPr/>
          <p:nvPr/>
        </p:nvSpPr>
        <p:spPr>
          <a:xfrm>
            <a:off x="5723776" y="1320455"/>
            <a:ext cx="5706224" cy="349060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0DAEF-74E5-4050-9CFC-C9DC61A778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9992" y="1576917"/>
            <a:ext cx="4453789" cy="3042643"/>
          </a:xfrm>
          <a:noFill/>
          <a:ln>
            <a:noFill/>
          </a:ln>
          <a:effectLst>
            <a:softEdge rad="0"/>
          </a:effectLst>
        </p:spPr>
        <p:txBody>
          <a:bodyPr anchor="ctr">
            <a:normAutofit/>
          </a:bodyPr>
          <a:lstStyle/>
          <a:p>
            <a:pPr algn="ctr"/>
            <a:r>
              <a:rPr lang="en-US" sz="6700" b="1" kern="0" spc="0" dirty="0" err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6700" b="1" kern="0" cap="none" spc="0" dirty="0" err="1">
                <a:latin typeface="Arial" panose="020B0604020202020204" pitchFamily="34" charset="0"/>
                <a:cs typeface="Arial" panose="020B0604020202020204" pitchFamily="34" charset="0"/>
              </a:rPr>
              <a:t>eakBook</a:t>
            </a:r>
            <a:br>
              <a:rPr lang="en-US" sz="3600" kern="0" cap="none" spc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3600" kern="0" cap="none" spc="0" dirty="0" err="1">
                <a:latin typeface="Arial" panose="020B0604020202020204" pitchFamily="34" charset="0"/>
                <a:cs typeface="Arial" panose="020B0604020202020204" pitchFamily="34" charset="0"/>
              </a:rPr>
              <a:t>Ортитологический</a:t>
            </a:r>
            <a:r>
              <a:rPr lang="ru-RU" sz="3600" kern="0" cap="none" spc="0" dirty="0">
                <a:latin typeface="Arial" panose="020B0604020202020204" pitchFamily="34" charset="0"/>
                <a:cs typeface="Arial" panose="020B0604020202020204" pitchFamily="34" charset="0"/>
              </a:rPr>
              <a:t> дневник</a:t>
            </a:r>
            <a:endParaRPr lang="ru-RU" sz="3600" kern="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1EFF955C-0922-4789-AD92-D8F831B8000D}"/>
              </a:ext>
            </a:extLst>
          </p:cNvPr>
          <p:cNvSpPr/>
          <p:nvPr/>
        </p:nvSpPr>
        <p:spPr>
          <a:xfrm>
            <a:off x="5723775" y="5472575"/>
            <a:ext cx="5706225" cy="59577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Подзаголовок 2">
            <a:extLst>
              <a:ext uri="{FF2B5EF4-FFF2-40B4-BE49-F238E27FC236}">
                <a16:creationId xmlns:a16="http://schemas.microsoft.com/office/drawing/2014/main" id="{E97EBE1B-3B60-4E8E-9DB2-1E992B4963A8}"/>
              </a:ext>
            </a:extLst>
          </p:cNvPr>
          <p:cNvSpPr txBox="1">
            <a:spLocks/>
          </p:cNvSpPr>
          <p:nvPr/>
        </p:nvSpPr>
        <p:spPr>
          <a:xfrm>
            <a:off x="5685676" y="5472576"/>
            <a:ext cx="5706224" cy="5957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2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Сервер: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Django + Django REST Framework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Клиент: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React Native (Expo)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211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138FC7EB-CE80-4807-BFCC-84473AD7E437}"/>
              </a:ext>
            </a:extLst>
          </p:cNvPr>
          <p:cNvSpPr/>
          <p:nvPr/>
        </p:nvSpPr>
        <p:spPr>
          <a:xfrm>
            <a:off x="866274" y="1689100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8825773" y="4860640"/>
            <a:ext cx="9184505" cy="4507680"/>
          </a:xfrm>
          <a:prstGeom prst="rect">
            <a:avLst/>
          </a:prstGeom>
          <a:solidFill>
            <a:srgbClr val="7D8A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11511" y="-2184948"/>
            <a:ext cx="8396556" cy="3250780"/>
          </a:xfrm>
          <a:prstGeom prst="rect">
            <a:avLst/>
          </a:prstGeom>
          <a:solidFill>
            <a:srgbClr val="7B88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898" y="-12548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Актуальность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0653" y="1937982"/>
            <a:ext cx="4981073" cy="3853218"/>
          </a:xfrm>
        </p:spPr>
        <p:txBody>
          <a:bodyPr anchor="t">
            <a:normAutofit fontScale="85000" lnSpcReduction="10000"/>
          </a:bodyPr>
          <a:lstStyle/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Биоразнообразие под угрозой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Недостаток цифровых инструментов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Гражданская наука (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citizen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Поддержка региональных программ мониторинга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054FFB8-6D69-4283-BA72-C4F2330F2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50879" y="1689100"/>
            <a:ext cx="4279080" cy="42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87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80062E1-9DBD-4293-BB13-6F0FD2B55F53}"/>
              </a:ext>
            </a:extLst>
          </p:cNvPr>
          <p:cNvSpPr/>
          <p:nvPr/>
        </p:nvSpPr>
        <p:spPr>
          <a:xfrm>
            <a:off x="5935580" y="1573242"/>
            <a:ext cx="5342021" cy="4333816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D8A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8852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834" y="0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Почему выбрана эта тема?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6421" y="1689100"/>
            <a:ext cx="5149515" cy="4102100"/>
          </a:xfrm>
        </p:spPr>
        <p:txBody>
          <a:bodyPr anchor="t">
            <a:normAutofit lnSpcReduction="10000"/>
          </a:bodyPr>
          <a:lstStyle/>
          <a:p>
            <a:r>
              <a:rPr lang="ru-RU" sz="2800" b="1" dirty="0">
                <a:latin typeface="+mj-lt"/>
              </a:rPr>
              <a:t>Личный интерес</a:t>
            </a:r>
            <a:r>
              <a:rPr lang="ru-RU" sz="2800" dirty="0">
                <a:latin typeface="+mj-lt"/>
              </a:rPr>
              <a:t> </a:t>
            </a:r>
          </a:p>
          <a:p>
            <a:endParaRPr lang="en-US" sz="2800" dirty="0">
              <a:latin typeface="+mj-lt"/>
            </a:endParaRPr>
          </a:p>
          <a:p>
            <a:r>
              <a:rPr lang="ru-RU" sz="2800" b="1" dirty="0">
                <a:latin typeface="+mj-lt"/>
              </a:rPr>
              <a:t>Оренбургская область</a:t>
            </a:r>
            <a:r>
              <a:rPr lang="ru-RU" sz="2800" dirty="0">
                <a:latin typeface="+mj-lt"/>
              </a:rPr>
              <a:t> </a:t>
            </a:r>
          </a:p>
          <a:p>
            <a:endParaRPr lang="en-US" sz="2800" dirty="0">
              <a:latin typeface="+mj-lt"/>
            </a:endParaRPr>
          </a:p>
          <a:p>
            <a:r>
              <a:rPr lang="ru-RU" sz="2800" b="1" dirty="0">
                <a:latin typeface="+mj-lt"/>
              </a:rPr>
              <a:t>Простой и удобный сервис</a:t>
            </a:r>
          </a:p>
          <a:p>
            <a:r>
              <a:rPr lang="ru-RU" sz="2800" dirty="0">
                <a:latin typeface="+mj-lt"/>
              </a:rPr>
              <a:t> </a:t>
            </a:r>
          </a:p>
          <a:p>
            <a:r>
              <a:rPr lang="ru-RU" sz="2800" b="1" dirty="0">
                <a:latin typeface="+mj-lt"/>
              </a:rPr>
              <a:t>Поддержка учёных</a:t>
            </a:r>
            <a:r>
              <a:rPr lang="ru-RU" sz="2800" dirty="0">
                <a:latin typeface="+mj-lt"/>
              </a:rPr>
              <a:t> 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203A4BC-CA27-43C2-B3FB-D0D2F12C7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1036" y="1573242"/>
            <a:ext cx="4333816" cy="433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764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866274" y="1689100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</a:t>
            </a:r>
            <a:r>
              <a:rPr lang="ru-RU" sz="5300" b="1" dirty="0"/>
              <a:t>Зачем нужно приложение? (цели)</a:t>
            </a:r>
            <a:br>
              <a:rPr lang="ru-RU" b="1" dirty="0"/>
            </a:b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7221" y="1792705"/>
            <a:ext cx="4656221" cy="4049268"/>
          </a:xfrm>
        </p:spPr>
        <p:txBody>
          <a:bodyPr anchor="t">
            <a:normAutofit lnSpcReduction="10000"/>
          </a:bodyPr>
          <a:lstStyle/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орнитологов</a:t>
            </a: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любителей</a:t>
            </a: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волонтёров </a:t>
            </a: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учёных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C6A5A0-B8E0-4CB0-AC36-E73CB0531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178" y="1677376"/>
            <a:ext cx="4227095" cy="422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39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5871715" y="1500914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Клиентская часть (</a:t>
            </a:r>
            <a:r>
              <a:rPr lang="en-US" b="1" dirty="0"/>
              <a:t>React Native)</a:t>
            </a:r>
            <a:br>
              <a:rPr lang="en-US" b="1" dirty="0"/>
            </a:br>
            <a:br>
              <a:rPr lang="ru-RU" b="1" dirty="0"/>
            </a:b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2662" y="1604519"/>
            <a:ext cx="4656221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React Native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Expo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Синхронизация + офлайн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81976"/>
            <a:ext cx="4116955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14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Autofit/>
          </a:bodyPr>
          <a:lstStyle/>
          <a:p>
            <a:pPr algn="ctr"/>
            <a:r>
              <a:rPr lang="ru-RU" sz="4000" b="1" dirty="0"/>
              <a:t>Серверная часть – технологии и выбор</a:t>
            </a:r>
            <a:r>
              <a:rPr lang="en-US" sz="4000" b="1" dirty="0"/>
              <a:t> </a:t>
            </a:r>
            <a:endParaRPr lang="ru-RU" sz="4000" b="1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81976"/>
            <a:ext cx="4116955" cy="411695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7C48280-C3EF-44FB-8216-A46F79A00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1896" y="1581975"/>
            <a:ext cx="4116955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255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5871715" y="1500914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Архитектура сервера (по коду)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2662" y="1604519"/>
            <a:ext cx="4656221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/birds/species/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/user/register/, /login/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/wiki/wikis/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81976"/>
            <a:ext cx="4116955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677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Autofit/>
          </a:bodyPr>
          <a:lstStyle/>
          <a:p>
            <a:pPr algn="ctr"/>
            <a:r>
              <a:rPr lang="ru-RU" sz="4400" b="1" dirty="0"/>
              <a:t>База данных и ключевые модели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7561" y="1405719"/>
            <a:ext cx="10701956" cy="414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992622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139</Words>
  <Application>Microsoft Office PowerPoint</Application>
  <PresentationFormat>Широкоэкранный</PresentationFormat>
  <Paragraphs>43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Calisto MT</vt:lpstr>
      <vt:lpstr>Univers Condensed</vt:lpstr>
      <vt:lpstr>ChronicleVTI</vt:lpstr>
      <vt:lpstr>BeakBook Ортитологический дневник</vt:lpstr>
      <vt:lpstr> Актуальность </vt:lpstr>
      <vt:lpstr> Почему выбрана эта тема?</vt:lpstr>
      <vt:lpstr> Зачем нужно приложение? (цели) </vt:lpstr>
      <vt:lpstr>Клиентская часть (React Native)  </vt:lpstr>
      <vt:lpstr>Серверная часть – технологии и выбор </vt:lpstr>
      <vt:lpstr>Архитектура сервера (по коду)</vt:lpstr>
      <vt:lpstr>База данных и ключевые модели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BeakBook Ортитологический дневник</dc:title>
  <dc:creator>Student</dc:creator>
  <cp:lastModifiedBy>Student</cp:lastModifiedBy>
  <cp:revision>1</cp:revision>
  <dcterms:created xsi:type="dcterms:W3CDTF">2026-06-15T05:13:16Z</dcterms:created>
  <dcterms:modified xsi:type="dcterms:W3CDTF">2026-06-15T10:01:10Z</dcterms:modified>
</cp:coreProperties>
</file>